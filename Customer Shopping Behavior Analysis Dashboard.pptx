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807" y="1734207"/>
            <a:ext cx="8875985" cy="788276"/>
          </a:xfrm>
        </p:spPr>
        <p:txBody>
          <a:bodyPr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Customer Shopping Behavior Analysis Dashboard</a:t>
            </a:r>
            <a:endParaRPr lang="en-IN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67061" y="3084697"/>
            <a:ext cx="44710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Dashboard Project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 &amp;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By: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Shrushti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Satish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Nakhale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5683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394855"/>
            <a:ext cx="8596668" cy="6286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Objective</a:t>
            </a:r>
            <a:endParaRPr lang="en-IN" b="1" dirty="0"/>
          </a:p>
          <a:p>
            <a:r>
              <a:rPr lang="en-IN" dirty="0"/>
              <a:t>Analyze customer purchasing behavior to identify:</a:t>
            </a:r>
          </a:p>
          <a:p>
            <a:r>
              <a:rPr lang="en-IN" dirty="0"/>
              <a:t>Sales trends </a:t>
            </a:r>
          </a:p>
          <a:p>
            <a:r>
              <a:rPr lang="en-IN" dirty="0"/>
              <a:t>Customer demographics </a:t>
            </a:r>
          </a:p>
          <a:p>
            <a:r>
              <a:rPr lang="en-IN" dirty="0"/>
              <a:t>Product preferences </a:t>
            </a:r>
          </a:p>
          <a:p>
            <a:r>
              <a:rPr lang="en-IN" dirty="0"/>
              <a:t>Seasonal purchasing patterns </a:t>
            </a:r>
          </a:p>
          <a:p>
            <a:r>
              <a:rPr lang="en-IN" dirty="0"/>
              <a:t>Payment behavior </a:t>
            </a:r>
          </a:p>
          <a:p>
            <a:r>
              <a:rPr lang="en-IN" dirty="0"/>
              <a:t>Customer retention indicators </a:t>
            </a:r>
            <a:endParaRPr lang="en-IN" dirty="0" smtClean="0"/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Tools Used</a:t>
            </a:r>
          </a:p>
          <a:p>
            <a:r>
              <a:rPr lang="en-IN" dirty="0"/>
              <a:t>Microsoft Excel </a:t>
            </a:r>
          </a:p>
          <a:p>
            <a:r>
              <a:rPr lang="en-IN" dirty="0"/>
              <a:t>Power BI Desktop </a:t>
            </a:r>
          </a:p>
          <a:p>
            <a:r>
              <a:rPr lang="en-IN" dirty="0"/>
              <a:t>Data Cleaning &amp; Transformation </a:t>
            </a:r>
          </a:p>
          <a:p>
            <a:r>
              <a:rPr lang="en-IN" dirty="0"/>
              <a:t>DAX Measures </a:t>
            </a:r>
          </a:p>
          <a:p>
            <a:r>
              <a:rPr lang="en-IN" dirty="0"/>
              <a:t>Interactive Dashboard </a:t>
            </a:r>
            <a:r>
              <a:rPr lang="en-IN" dirty="0" smtClean="0"/>
              <a:t>Design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93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9264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Dataset </a:t>
            </a:r>
            <a:r>
              <a:rPr lang="en-US" sz="3200" dirty="0" smtClean="0">
                <a:solidFill>
                  <a:schemeClr val="tx1"/>
                </a:solidFill>
              </a:rPr>
              <a:t>Information</a:t>
            </a:r>
            <a:endParaRPr lang="en-IN" sz="3200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986884"/>
              </p:ext>
            </p:extLst>
          </p:nvPr>
        </p:nvGraphicFramePr>
        <p:xfrm>
          <a:off x="677333" y="2026226"/>
          <a:ext cx="8596842" cy="301789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298421"/>
                <a:gridCol w="4298421"/>
              </a:tblGrid>
              <a:tr h="431128">
                <a:tc>
                  <a:txBody>
                    <a:bodyPr/>
                    <a:lstStyle/>
                    <a:p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</a:tr>
              <a:tr h="431128">
                <a:tc>
                  <a:txBody>
                    <a:bodyPr/>
                    <a:lstStyle/>
                    <a:p>
                      <a:r>
                        <a:rPr lang="en-IN" dirty="0"/>
                        <a:t>Total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3,900</a:t>
                      </a:r>
                    </a:p>
                  </a:txBody>
                  <a:tcPr anchor="ctr"/>
                </a:tc>
              </a:tr>
              <a:tr h="431128">
                <a:tc>
                  <a:txBody>
                    <a:bodyPr/>
                    <a:lstStyle/>
                    <a:p>
                      <a:r>
                        <a:rPr lang="en-IN"/>
                        <a:t>Total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19</a:t>
                      </a:r>
                    </a:p>
                  </a:txBody>
                  <a:tcPr anchor="ctr"/>
                </a:tc>
              </a:tr>
              <a:tr h="431128">
                <a:tc>
                  <a:txBody>
                    <a:bodyPr/>
                    <a:lstStyle/>
                    <a:p>
                      <a:r>
                        <a:rPr lang="en-IN"/>
                        <a:t>Product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</a:p>
                  </a:txBody>
                  <a:tcPr anchor="ctr"/>
                </a:tc>
              </a:tr>
              <a:tr h="431128">
                <a:tc>
                  <a:txBody>
                    <a:bodyPr/>
                    <a:lstStyle/>
                    <a:p>
                      <a:r>
                        <a:rPr lang="en-IN"/>
                        <a:t>Seasons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</a:p>
                  </a:txBody>
                  <a:tcPr anchor="ctr"/>
                </a:tc>
              </a:tr>
              <a:tr h="431128">
                <a:tc>
                  <a:txBody>
                    <a:bodyPr/>
                    <a:lstStyle/>
                    <a:p>
                      <a:r>
                        <a:rPr lang="en-IN"/>
                        <a:t>Customer Gender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/>
                </a:tc>
              </a:tr>
              <a:tr h="431128">
                <a:tc>
                  <a:txBody>
                    <a:bodyPr/>
                    <a:lstStyle/>
                    <a:p>
                      <a:r>
                        <a:rPr lang="en-IN"/>
                        <a:t>Payment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Multiple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64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9264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Dashboard Development Process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37856"/>
            <a:ext cx="8596668" cy="485255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Data Preparation</a:t>
            </a:r>
          </a:p>
          <a:p>
            <a:r>
              <a:rPr lang="en-IN" dirty="0"/>
              <a:t>Imported Excel dataset </a:t>
            </a:r>
          </a:p>
          <a:p>
            <a:r>
              <a:rPr lang="en-IN" dirty="0"/>
              <a:t>Checked missing values </a:t>
            </a:r>
          </a:p>
          <a:p>
            <a:r>
              <a:rPr lang="en-IN" dirty="0"/>
              <a:t>Removed inconsistencies </a:t>
            </a:r>
          </a:p>
          <a:p>
            <a:r>
              <a:rPr lang="en-IN" dirty="0"/>
              <a:t>Validated data types </a:t>
            </a: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Power </a:t>
            </a:r>
            <a:r>
              <a:rPr lang="en-IN" b="1" dirty="0"/>
              <a:t>BI Development</a:t>
            </a:r>
          </a:p>
          <a:p>
            <a:r>
              <a:rPr lang="en-IN" dirty="0"/>
              <a:t>Created relationships </a:t>
            </a:r>
          </a:p>
          <a:p>
            <a:r>
              <a:rPr lang="en-IN" dirty="0"/>
              <a:t>Generated KPIs </a:t>
            </a:r>
          </a:p>
          <a:p>
            <a:r>
              <a:rPr lang="en-IN" dirty="0"/>
              <a:t>Built visual reports </a:t>
            </a:r>
          </a:p>
          <a:p>
            <a:r>
              <a:rPr lang="en-IN" dirty="0"/>
              <a:t>Added filters and slicers </a:t>
            </a:r>
          </a:p>
          <a:p>
            <a:r>
              <a:rPr lang="en-IN" dirty="0"/>
              <a:t>Designed interactive dashboard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37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0827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KPI(Key Performance Indicator)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5901"/>
            <a:ext cx="8596668" cy="4555462"/>
          </a:xfrm>
        </p:spPr>
        <p:txBody>
          <a:bodyPr/>
          <a:lstStyle/>
          <a:p>
            <a:r>
              <a:rPr lang="en-US" b="1" dirty="0"/>
              <a:t>Business Metrics</a:t>
            </a:r>
          </a:p>
          <a:p>
            <a:r>
              <a:rPr lang="en-US" b="1" dirty="0"/>
              <a:t>Total Revenue</a:t>
            </a:r>
          </a:p>
          <a:p>
            <a:r>
              <a:rPr lang="en-US" b="1" dirty="0"/>
              <a:t>$233,081</a:t>
            </a:r>
            <a:endParaRPr lang="en-US" dirty="0"/>
          </a:p>
          <a:p>
            <a:r>
              <a:rPr lang="en-US" b="1" dirty="0"/>
              <a:t>Total Customers</a:t>
            </a:r>
          </a:p>
          <a:p>
            <a:r>
              <a:rPr lang="en-US" b="1" dirty="0"/>
              <a:t>3,900</a:t>
            </a:r>
            <a:endParaRPr lang="en-US" dirty="0"/>
          </a:p>
          <a:p>
            <a:r>
              <a:rPr lang="en-US" b="1" dirty="0"/>
              <a:t>Average Review Rating</a:t>
            </a:r>
          </a:p>
          <a:p>
            <a:r>
              <a:rPr lang="en-US" b="1" dirty="0"/>
              <a:t>3.75 / 5</a:t>
            </a:r>
            <a:endParaRPr lang="en-US" dirty="0"/>
          </a:p>
          <a:p>
            <a:r>
              <a:rPr lang="en-US" b="1" dirty="0"/>
              <a:t>Product Categories</a:t>
            </a:r>
          </a:p>
          <a:p>
            <a:r>
              <a:rPr lang="en-US" b="1" dirty="0"/>
              <a:t>4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236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8091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Customer Demographic Analysis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60489"/>
            <a:ext cx="8596668" cy="479092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Insight</a:t>
            </a:r>
          </a:p>
          <a:p>
            <a:r>
              <a:rPr lang="en-US" dirty="0"/>
              <a:t>Male customers represent the majority of purchases. </a:t>
            </a:r>
          </a:p>
          <a:p>
            <a:r>
              <a:rPr lang="en-US" dirty="0"/>
              <a:t>Significant opportunity exists for targeting female customers.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374055"/>
              </p:ext>
            </p:extLst>
          </p:nvPr>
        </p:nvGraphicFramePr>
        <p:xfrm>
          <a:off x="802554" y="2191457"/>
          <a:ext cx="8596312" cy="10972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298156"/>
                <a:gridCol w="4298156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2,652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1,248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26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0436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Category Performance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37135"/>
            <a:ext cx="8596668" cy="5320865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Insight</a:t>
            </a:r>
            <a:endParaRPr lang="en-US" b="1" dirty="0"/>
          </a:p>
          <a:p>
            <a:r>
              <a:rPr lang="en-US" dirty="0"/>
              <a:t>Clothing generates the highest revenue. </a:t>
            </a:r>
          </a:p>
          <a:p>
            <a:r>
              <a:rPr lang="en-US" dirty="0"/>
              <a:t>Outerwear contributes the lowest share.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119184"/>
              </p:ext>
            </p:extLst>
          </p:nvPr>
        </p:nvGraphicFramePr>
        <p:xfrm>
          <a:off x="677690" y="2064688"/>
          <a:ext cx="8596312" cy="18288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298156"/>
                <a:gridCol w="4298156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Revenue ($)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Clothing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104,264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Accessories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74,200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Footwear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36,093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Outerwear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18,524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5002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2391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Seasonal Sales Analysis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155"/>
            <a:ext cx="8596668" cy="438920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Insight</a:t>
            </a:r>
          </a:p>
          <a:p>
            <a:r>
              <a:rPr lang="en-US" dirty="0"/>
              <a:t>Sales remain relatively consistent across seasons. </a:t>
            </a:r>
          </a:p>
          <a:p>
            <a:r>
              <a:rPr lang="en-US" dirty="0"/>
              <a:t>Fall contributes the highest revenue.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451655"/>
              </p:ext>
            </p:extLst>
          </p:nvPr>
        </p:nvGraphicFramePr>
        <p:xfrm>
          <a:off x="677334" y="1652155"/>
          <a:ext cx="8596312" cy="18288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298156"/>
                <a:gridCol w="4298156"/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Season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Revenue ($)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60,018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Spring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58,679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Winter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58,607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Summer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55,777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665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848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Subscription  Analysis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27465"/>
            <a:ext cx="8596668" cy="4513898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Insight</a:t>
            </a:r>
          </a:p>
          <a:p>
            <a:r>
              <a:rPr lang="en-US" dirty="0"/>
              <a:t>Non-subscribers contribute most sales. </a:t>
            </a:r>
          </a:p>
          <a:p>
            <a:r>
              <a:rPr lang="en-US" dirty="0"/>
              <a:t>Subscription programs can be optimized for customer retention.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191766"/>
              </p:ext>
            </p:extLst>
          </p:nvPr>
        </p:nvGraphicFramePr>
        <p:xfrm>
          <a:off x="677690" y="2045985"/>
          <a:ext cx="8596312" cy="10972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298156"/>
                <a:gridCol w="4298156"/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Revenue ($)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Non-Subscribers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170,436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Subscribers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62,645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325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77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Customer Behaviour insight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Observations</a:t>
            </a:r>
          </a:p>
          <a:p>
            <a:r>
              <a:rPr lang="en-US" dirty="0"/>
              <a:t>Customers purchase frequently across multiple categories. </a:t>
            </a:r>
          </a:p>
          <a:p>
            <a:r>
              <a:rPr lang="en-US" dirty="0"/>
              <a:t>Clothing products dominate customer demand. </a:t>
            </a:r>
          </a:p>
          <a:p>
            <a:r>
              <a:rPr lang="en-US" dirty="0"/>
              <a:t>Review ratings remain positive overall. </a:t>
            </a:r>
          </a:p>
          <a:p>
            <a:r>
              <a:rPr lang="en-US" dirty="0"/>
              <a:t>Promotional offers influence purchasing decisions. </a:t>
            </a:r>
          </a:p>
          <a:p>
            <a:r>
              <a:rPr lang="en-US" dirty="0"/>
              <a:t>Multiple payment methods improve transaction flexibility.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6532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9264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Dashboard Feature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31373"/>
            <a:ext cx="8596668" cy="4623954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Interactive Elements</a:t>
            </a:r>
          </a:p>
          <a:p>
            <a:r>
              <a:rPr lang="en-IN" dirty="0"/>
              <a:t>Category Filters </a:t>
            </a:r>
          </a:p>
          <a:p>
            <a:r>
              <a:rPr lang="en-IN" dirty="0"/>
              <a:t>Gender Filters </a:t>
            </a:r>
          </a:p>
          <a:p>
            <a:r>
              <a:rPr lang="en-IN" dirty="0"/>
              <a:t>Seasonal Analysis </a:t>
            </a:r>
          </a:p>
          <a:p>
            <a:r>
              <a:rPr lang="en-IN" dirty="0"/>
              <a:t>Revenue KPIs </a:t>
            </a:r>
          </a:p>
          <a:p>
            <a:r>
              <a:rPr lang="en-IN" dirty="0"/>
              <a:t>Customer Segmentation </a:t>
            </a:r>
          </a:p>
          <a:p>
            <a:r>
              <a:rPr lang="en-IN" dirty="0"/>
              <a:t>Purchase Trend Analysis </a:t>
            </a:r>
          </a:p>
          <a:p>
            <a:r>
              <a:rPr lang="en-IN" b="1" dirty="0"/>
              <a:t>Benefits</a:t>
            </a:r>
          </a:p>
          <a:p>
            <a:r>
              <a:rPr lang="en-IN" dirty="0"/>
              <a:t>Faster decision-making </a:t>
            </a:r>
          </a:p>
          <a:p>
            <a:r>
              <a:rPr lang="en-IN" dirty="0"/>
              <a:t>Improved customer understanding </a:t>
            </a:r>
          </a:p>
          <a:p>
            <a:r>
              <a:rPr lang="en-IN" dirty="0"/>
              <a:t>Better sales forecasting </a:t>
            </a:r>
          </a:p>
          <a:p>
            <a:r>
              <a:rPr lang="en-IN" dirty="0"/>
              <a:t>Enhanced marketing strategies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271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4736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Business Recommendation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</a:p>
          <a:p>
            <a:r>
              <a:rPr lang="en-US" dirty="0"/>
              <a:t>Increase focus on Clothing products. </a:t>
            </a:r>
          </a:p>
          <a:p>
            <a:r>
              <a:rPr lang="en-US" dirty="0"/>
              <a:t>Improve subscription-based promotions. </a:t>
            </a:r>
          </a:p>
          <a:p>
            <a:r>
              <a:rPr lang="en-US" dirty="0"/>
              <a:t>Launch targeted campaigns for female customers. </a:t>
            </a:r>
          </a:p>
          <a:p>
            <a:r>
              <a:rPr lang="en-US" dirty="0"/>
              <a:t>Expand high-performing seasonal inventory. </a:t>
            </a:r>
          </a:p>
          <a:p>
            <a:r>
              <a:rPr lang="en-US" dirty="0"/>
              <a:t>Leverage customer ratings for product improvements.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215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708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Conclusion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49583"/>
            <a:ext cx="8596668" cy="419178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Project Outcome</a:t>
            </a:r>
          </a:p>
          <a:p>
            <a:r>
              <a:rPr lang="en-IN" dirty="0"/>
              <a:t>The Power BI dashboard successfully transformed raw customer shopping data into actionable business </a:t>
            </a:r>
            <a:r>
              <a:rPr lang="en-IN"/>
              <a:t>insights</a:t>
            </a:r>
            <a:r>
              <a:rPr lang="en-IN" smtClean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Key Achievements</a:t>
            </a:r>
          </a:p>
          <a:p>
            <a:r>
              <a:rPr lang="en-IN" dirty="0"/>
              <a:t>✔ Data Cleaning &amp; Preparation</a:t>
            </a:r>
          </a:p>
          <a:p>
            <a:r>
              <a:rPr lang="en-IN" dirty="0"/>
              <a:t>✔ Interactive Dashboard Creation</a:t>
            </a:r>
          </a:p>
          <a:p>
            <a:r>
              <a:rPr lang="en-IN" dirty="0"/>
              <a:t>✔ Customer Segmentation</a:t>
            </a:r>
          </a:p>
          <a:p>
            <a:r>
              <a:rPr lang="en-IN" dirty="0"/>
              <a:t>✔ Sales Trend Analysis</a:t>
            </a:r>
          </a:p>
          <a:p>
            <a:r>
              <a:rPr lang="en-IN" dirty="0"/>
              <a:t>✔ Business Intelligence Reporting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8658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375</Words>
  <Application>Microsoft Office PowerPoint</Application>
  <PresentationFormat>Widescreen</PresentationFormat>
  <Paragraphs>173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Trebuchet MS</vt:lpstr>
      <vt:lpstr>Wingdings 3</vt:lpstr>
      <vt:lpstr>Facet</vt:lpstr>
      <vt:lpstr>Customer Shopping Behavior Analysis Dashboard</vt:lpstr>
      <vt:lpstr>PowerPoint Presentation</vt:lpstr>
      <vt:lpstr>Dataset Information</vt:lpstr>
      <vt:lpstr>Dashboard Development Process</vt:lpstr>
      <vt:lpstr>KPI(Key Performance Indicator)</vt:lpstr>
      <vt:lpstr>Customer Demographic Analysis</vt:lpstr>
      <vt:lpstr>Category Performance</vt:lpstr>
      <vt:lpstr>Seasonal Sales Analysis</vt:lpstr>
      <vt:lpstr>Subscription  Analysis</vt:lpstr>
      <vt:lpstr>Customer Behaviour insight</vt:lpstr>
      <vt:lpstr>Dashboard Feature</vt:lpstr>
      <vt:lpstr>Business Recommendation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 Dashboard</dc:title>
  <dc:creator>Dell</dc:creator>
  <cp:lastModifiedBy>Dell</cp:lastModifiedBy>
  <cp:revision>3</cp:revision>
  <dcterms:created xsi:type="dcterms:W3CDTF">2026-06-04T09:23:45Z</dcterms:created>
  <dcterms:modified xsi:type="dcterms:W3CDTF">2026-06-04T09:48:36Z</dcterms:modified>
</cp:coreProperties>
</file>